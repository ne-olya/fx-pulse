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8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2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502920" y="365760"/>
            <a:ext cx="1945386" cy="651967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502920" y="386791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49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502920" y="670712"/>
            <a:ext cx="194538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495" dirty="0"/>
          </a:p>
        </p:txBody>
      </p:sp>
      <p:sp>
        <p:nvSpPr>
          <p:cNvPr id="5" name="Shape 3"/>
          <p:cNvSpPr/>
          <p:nvPr/>
        </p:nvSpPr>
        <p:spPr>
          <a:xfrm>
            <a:off x="10088575" y="384048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88575" y="384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 Банк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Триггерная модель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трансграничных переводов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Чек-ин с кейсодателем · 4 сентября 2026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Немкин Кирилл — AI Product  ·  Сырых Ольга — данные и ML  ·  Бикинеев Амир — ML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сейчас: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723686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72368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КАНДИДАТ · ГОРИЗОНТ 5 ДНЕЙ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09330"/>
              </p:ext>
            </p:extLst>
          </p:nvPr>
        </p:nvGraphicFramePr>
        <p:xfrm>
          <a:off x="457200" y="2144310"/>
          <a:ext cx="11274552" cy="1767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Требование кейса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Комментарий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1,3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AMD · CatBoost + согласие коридоров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 против дня той же недели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более строгая база, берём её как честную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Сигналов в неделю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 сигналов, хватает для статистики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Вложенный выбор по прошлым годам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 без знания будущего, худший год 1,06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пересекающихся окон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 / 1,26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частота падает до 0,80 — это цена строгости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318517"/>
            <a:ext cx="11274552" cy="962684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01040" y="45253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из гипотез, которая с</a:t>
            </a:r>
            <a:r>
              <a:rPr lang="en-US" sz="135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работал</a:t>
            </a:r>
            <a:r>
              <a:rPr lang="ru-RU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межкоридорное подтверждение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01040" y="48088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ru-RU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п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уш</a:t>
            </a:r>
            <a:r>
              <a:rPr lang="ru-RU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драму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увеличивается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похожее состояние рынка одновременно видно в остальных четырёх 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коридорах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сколько </a:t>
            </a:r>
            <a:r>
              <a:rPr lang="en-US" sz="3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приносит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клиенту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8442"/>
            <a:ext cx="6969095" cy="4021225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434" y="1547899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1" y="1557043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ПОКАЗЫВАЕМ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1" y="2032531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Интерактивная симуляция на драме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1" y="2380003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ЦБ РФ RUB→AMD, 2130 торговых дней, 2018–2026. Ползунки: доля переводов, которые </a:t>
            </a:r>
            <a:r>
              <a:rPr lang="en-US" sz="12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сдвинул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</a:t>
            </a:r>
            <a:r>
              <a:rPr lang="ru-RU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lift</a:t>
            </a:r>
            <a:r>
              <a:rPr lang="ru-RU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1" y="3187537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считаем удачей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1" y="3507577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сделан в день, после которого в 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ближайшие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торговых дней курс не стал лучше более чем на 25 базисных </a:t>
            </a: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пунктов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Сложности,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которыми столкнулись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" y="14356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на год не приходится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947672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Ранняя часовая модель дала lift 1,36 в 2021 году и 0,53 в 2022 — хуже случайного дня. Разброс по годам остаётся главной нерешённой проблемой, и следующая гипотеза Ольги нацелена прямо в неё.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1234440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07992" y="14356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ЦБ — не курс исполнения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947672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переводит по курсу приложения со спредом и комиссией. Вся экономика посчитана на публичном ряду; это допущение зафиксировано явно.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19872" y="1234440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9328" y="14356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Коридора как объекта не существует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1947672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всех пяти валют ЦБ считает кроссом через доллар с ногой нацбанка, известной на день вперёд. Нашли формулу в п. 3.3 Указания 6956-У, совпадение 0,01 бп.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6656" y="3886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 на всех пяти сразу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439826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1,3 одновременно на пяти коридорах не достигнут. Лучшие политики на разных горизонтах живут на разных коридорах: AMD на пяти днях, KZT на трёх и десяти.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88536" y="3685032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07992" y="3886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подгонки под результат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07992" y="439826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Просмотрено 13 379 конфигураций. Победитель найден после того, как мы уже видели 2025–2026 годы. Поэтому говорим «кандидат», а не «доказано».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3685032"/>
            <a:ext cx="36576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39328" y="3886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Клиентских данных нет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439826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частоты переводов, ни реакции на пуш, ни бенчмарков по CTR. Портрет клиента и конверсия — обоснованные допущения, не замеры.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финала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ОЛЬГА</a:t>
            </a:r>
            <a:r>
              <a:rPr lang="ru-RU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/АМИР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КАЧЕСТВО МОДЕЛИ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65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Новостная компонента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Добавляем внешний контекст: рынок реагирует не только на собственную историю курса.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926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Годовой lift как признак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46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Пробуем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поймать цикличность и кризисность рынка.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5352" y="123444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463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КИРИЛЛ · ПРОДУКТ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1965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Задача со звёздочкой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«момент изменился», формулировки пушей и прототип экранов на текущем пути приложения.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926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Тест пуша на LLM вместо клиента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отыгрывает портрет среднего клиента и реагирует на пуш. Живых респондентов нет, это замена.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8404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Обзор практик из смежных сфер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такие пуши устроены в travel, e-commerce.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100" y="5166360"/>
            <a:ext cx="11274552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31132" y="5330952"/>
            <a:ext cx="10789920" cy="31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Репозиторий: github.com/ne-</a:t>
            </a:r>
            <a:r>
              <a:rPr lang="en-US" sz="11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olya</a:t>
            </a: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</a:t>
            </a: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-pulse</a:t>
            </a:r>
            <a:endParaRPr lang="ru-RU" sz="115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347EDEAD-E3FE-BA36-8FB2-4364A4B940E1}"/>
              </a:ext>
            </a:extLst>
          </p:cNvPr>
          <p:cNvSpPr txBox="1"/>
          <p:nvPr/>
        </p:nvSpPr>
        <p:spPr>
          <a:xfrm>
            <a:off x="685800" y="35112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</a:t>
            </a:r>
            <a:r>
              <a:rPr lang="ru-RU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инфраструктуры</a:t>
            </a:r>
            <a:endParaRPr lang="en-US" sz="13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CA24FB0D-3355-F93C-2C86-E6D1F5AA4821}"/>
              </a:ext>
            </a:extLst>
          </p:cNvPr>
          <p:cNvSpPr txBox="1"/>
          <p:nvPr/>
        </p:nvSpPr>
        <p:spPr>
          <a:xfrm>
            <a:off x="685800" y="39182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ru-RU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над финальной логикой и ее реализацией.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134295" y="256032"/>
            <a:ext cx="1607058" cy="53858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134295" y="273406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235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134295" y="507949"/>
            <a:ext cx="160705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235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старались</a:t>
            </a: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сломать собственный результат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76940" y="1280160"/>
            <a:ext cx="2706624" cy="320040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78108" y="149047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3F5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78108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ПОДМЕНА ДАТ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878108" y="19659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Placebo-тест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78108" y="244144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Сдвинули таргет по кругу — модель предсказывает бессмыслицу. Эффект исчез полностью. Значит, чтения будущего нет.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8156" y="1280160"/>
            <a:ext cx="2706624" cy="320040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9324" y="149047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49324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ПЕРЕЗАПУСКОВ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49324" y="19659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Переобучение с новыми seed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49324" y="244144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1,41 в среднем 1,38, вместо 1,45 — 1,39. Исходные числа были верхушкой распределения, а не типичным результатом.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19372" y="1280160"/>
            <a:ext cx="2706624" cy="320040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20540" y="149047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20540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ВЫБОР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20540" y="19659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Вложенный отбор модели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20540" y="244144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тестовом году вариант выбирается только по прошлым. Так получается 1,32, а не 1,44. Это и есть настоящая цифра.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280660"/>
            <a:ext cx="11274552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blurRad="101600" dist="12700" dir="5400000" algn="bl" rotWithShape="0">
              <a:srgbClr val="9A9A9A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13232" y="54361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проверки: 39 исходных проверок + 6 robustness + 15 новых · 1 545 годовых оценок · 352 665 OOT-скоров · 110 </a:t>
            </a:r>
            <a:r>
              <a:rPr lang="en-US" sz="11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автотестов</a:t>
            </a: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52 </a:t>
            </a:r>
            <a:r>
              <a:rPr lang="en-US" sz="115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665</Words>
  <Application>Microsoft Macintosh PowerPoint</Application>
  <PresentationFormat>Широкоэкранный</PresentationFormat>
  <Paragraphs>97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Кирилл Немкин</cp:lastModifiedBy>
  <cp:revision>2</cp:revision>
  <dcterms:created xsi:type="dcterms:W3CDTF">2026-09-04T12:09:08Z</dcterms:created>
  <dcterms:modified xsi:type="dcterms:W3CDTF">2026-09-04T12:46:08Z</dcterms:modified>
</cp:coreProperties>
</file>