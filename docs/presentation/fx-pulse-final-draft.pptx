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подсказать клиенту момент для перевода домой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Таджикистан, Узбекистан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Киргизия — 87 % всей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миграции в РФ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он переводит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Домой, семье, раз в месяц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расчёта. День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наугад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4845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2 200 ₽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6850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лучшим и худшим днём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 на переводе 45 000 ₽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Альтернативы: следить за курсом самому · не делать ничего ·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алерты Wise и Xe, где цель ставит сам клиент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916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Момент за клиента не выбирает никто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2103120"/>
                <a:gridCol w="219456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Сигналов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Клиенту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Рынок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11274552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47365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Узбекистан: вдвое больше клиенту, вшестеро больше рынок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755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— весь коридор в год при росте переводов 5 % и марже 2 %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961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Армения — другой клиент: там релокация, а не трудовая миграция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за 8 лет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курса ЦБ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разобран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CatBoost, 5 дней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пяти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коридорах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вариантов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1,56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62 %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Выгода 26 бп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0,61 сигнала/нед.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7360920" cy="2560320"/>
          </a:xfrm>
          <a:prstGeom prst="roundRect">
            <a:avLst>
              <a:gd name="adj" fmla="val 5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про решение знаем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80560"/>
            <a:ext cx="6812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мера uplift — 1,25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26 пунктов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сделки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9476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321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Предзаполнение формы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человек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Поровну, вслепую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недели минимум,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полный цикл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переводов стало значимо больше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на 20 000 в группе различает прирост от 2,9 %.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926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— не отличим от шума, и это не успех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обещаем лучший день. Мы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2026-09-06T09:55:41Z</dcterms:created>
  <dcterms:modified xsi:type="dcterms:W3CDTF">2026-09-06T09:55:41Z</dcterms:modified>
</cp:coreProperties>
</file>