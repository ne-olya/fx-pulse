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C2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502920" y="411480"/>
            <a:ext cx="2029968" cy="680314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502920" y="433426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502920" y="729691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9814255" y="457200"/>
            <a:ext cx="1828800" cy="502920"/>
          </a:xfrm>
          <a:prstGeom prst="roundRect">
            <a:avLst>
              <a:gd name="adj" fmla="val 49091"/>
            </a:avLst>
          </a:prstGeom>
          <a:solidFill>
            <a:srgbClr val="EF312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14255" y="457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 Банк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Триггерная модель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трансграничных переводов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4389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4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Когда подсказать клиенту момент для перевода домой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Сырых Ольга · Бикинеев Амир · Немкин Кирилл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кто с ней живёт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53212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Трудовой мигрант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Таджикистан, Узбекистан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Киргизия — 87 % всей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трудовой миграции в РФ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199632" y="1097280"/>
            <a:ext cx="553212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73952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он переводит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473952" y="173736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Домой, семье, раз в месяц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расчёта. День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выбирает наугад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11274552" cy="1371600"/>
          </a:xfrm>
          <a:prstGeom prst="roundRect">
            <a:avLst>
              <a:gd name="adj" fmla="val 9333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64845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2 200 ₽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36850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разница между лучшим и худшим днём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1422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месяца на переводе 45 000 ₽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11274552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51480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Альтернативы: следить за курсом самому · не делать ничего ·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алерты Wise и Xe, где цель ставит сам клиент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9161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Момент за клиента не выбирает никто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Какой коридор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почему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554480"/>
                <a:gridCol w="2103120"/>
                <a:gridCol w="2194560"/>
                <a:gridCol w="26791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Коридор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Uplift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Сигналов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Клиенту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Банку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Узбекистан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1,56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1 053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40,5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Армения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31,5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Таджикистан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Киргизия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1,38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Казахстан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1,30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9,0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617720"/>
            <a:ext cx="11274552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473659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Узбекистан выигрывает и по модели, и по деньгам банка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17550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Клиенту — при 9 переводах в год по 45 000 ₽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5961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Банку — на 100 тыс. клиентов, маржа 2 %, рост переводов 5 %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устроено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Курсы ЦБ за 8 лет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Биржа и нацбанки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Регламент курса ЦБ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разобран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370832" y="109728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26864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CatBoost, 5 дней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на пяти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коридорах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175 вариантов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8284464" y="109728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540496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Метрики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540496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Uplift 1,56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62 %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Выгода 26 бп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0,61 сигнала/нед.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57200" y="3794760"/>
            <a:ext cx="7360920" cy="2560320"/>
          </a:xfrm>
          <a:prstGeom prst="roundRect">
            <a:avLst>
              <a:gd name="adj" fmla="val 5000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31520" y="3913632"/>
            <a:ext cx="681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мы про решение знаем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480560"/>
            <a:ext cx="6812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Строгая мера uplift — 1,25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Берём 26 пунктов из 129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 ЦБ — не курс сделки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028432" y="379476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84464" y="39136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284464" y="4407408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Ольга — данные и ML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Амир — ML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Кирилл — продукт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284464" y="553212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Персоны в прогоне: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Азиз, Далер, Армен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Готовность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следующий шаг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53212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Сигналы и бэктест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Прототип пути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Тексты на персонах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Предзаполнение формы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199632" y="1097280"/>
            <a:ext cx="553212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73952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— A/B на клиентах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473952" y="1737360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20 000 человек в группу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Поровну, вслепую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недели минимум,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квартал полный цикл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11274552" cy="1600200"/>
          </a:xfrm>
          <a:prstGeom prst="roundRect">
            <a:avLst>
              <a:gd name="adj" fmla="val 8000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405993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Успех — переводов стало значимо больше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572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 на 20 000 в группе различает прирост от 2,9 %.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99262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Меньше — не отличим от шума, и это не успех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457200" y="5669280"/>
            <a:ext cx="11274552" cy="685800"/>
          </a:xfrm>
          <a:prstGeom prst="roundRect">
            <a:avLst>
              <a:gd name="adj" fmla="val 18667"/>
            </a:avLst>
          </a:prstGeom>
          <a:solidFill>
            <a:srgbClr val="C3F5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56692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обещаем лучший день. Мы показываем сумму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2026-09-06T08:51:40Z</dcterms:created>
  <dcterms:modified xsi:type="dcterms:W3CDTF">2026-09-06T08:51:40Z</dcterms:modified>
</cp:coreProperties>
</file>