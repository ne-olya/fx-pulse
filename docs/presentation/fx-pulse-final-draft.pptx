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411480"/>
            <a:ext cx="2029968" cy="680314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43342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729691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9814255" y="457200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14255" y="457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Триггерная модель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трансграничных переводов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4389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Пуш о моменте для перевода, под капотом ML-модель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Сырых Ольга · Бикинеев Амир · Немкин Кирилл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кто с ней живёт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мигрант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Таджикистан, Узбекистан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Киргизия — 87 % всей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миграции в РФ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он переводит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Семье, раз в месяц после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расчёта. В приложении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видно, сколько дойдёт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1274552" cy="1371600"/>
          </a:xfrm>
          <a:prstGeom prst="roundRect">
            <a:avLst>
              <a:gd name="adj" fmla="val 9333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64845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2 200 ₽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6850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 лучшим и худшим днём месяца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1422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среднем переводе в 45 000 ₽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1127455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51480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Альтернативы: следить за курсом самому · не делать ничего ·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алерты Wise и Xe, где цель ставит сам клиент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916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задаёт клиент. Момент за него не выбирает никто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коридор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почему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554480"/>
                <a:gridCol w="2103120"/>
                <a:gridCol w="2194560"/>
                <a:gridCol w="26791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Коридор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Uplift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неделю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Клиенту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Рынок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Узбекистан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1,56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1 053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Таджикистан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Киргизия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1,38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Армения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Казахстан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1,30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617720"/>
            <a:ext cx="11274552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47365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Узбекистан: лучший uplift, вдвое клиенту, вшестеро рынок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7550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Клиенту — за год при 9 переводах. Рынок — коридор целиком в год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5961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Армения и Казахстан — другой отправитель, не трудовая миграция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устроено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Курсы ЦБ за 8 лет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Биржа и нацбанки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открытое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воспроизводимое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370832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26864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CatBoost, 5 дней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пятью коридорами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 вариантов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284464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40496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540496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Uplift 1,56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62 %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Выгода 26 бп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заглядывания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7360920" cy="2560320"/>
          </a:xfrm>
          <a:prstGeom prst="roundRect">
            <a:avLst>
              <a:gd name="adj" fmla="val 5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81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решение не умеет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480560"/>
            <a:ext cx="6812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ловит дно: берём 26 бп из 129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Строгая мера uplift 1,25, не 1,56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 ЦБ — не курс сделки, спред 9 %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8432" y="379476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84464" y="39136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284464" y="4407408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Ольга — данные и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Амир —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Кирилл — продукт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55321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Персоны в прогоне: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Азиз, Далер, Армен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Готовность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следующий шаг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Сигналы и бэктест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на любую дату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Прототип пути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Тексты на персонах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— A/B на клиентах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20 000 клиентов в группу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 виден за 3 недели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Поведение — за квартал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Первым проверяем спред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600200"/>
          </a:xfrm>
          <a:prstGeom prst="roundRect">
            <a:avLst>
              <a:gd name="adj" fmla="val 8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5993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Успех — переводов стало значимо больше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72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различимости при 20 000 в группе — 2,9 %.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99262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Меньше не отличим от шума и успехом не считаем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280"/>
            <a:ext cx="11274552" cy="685800"/>
          </a:xfrm>
          <a:prstGeom prst="roundRect">
            <a:avLst>
              <a:gd name="adj" fmla="val 18667"/>
            </a:avLst>
          </a:prstGeom>
          <a:solidFill>
            <a:srgbClr val="C3F5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предсказываем курс. Показываем сумму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2026-09-06T20:03:30Z</dcterms:created>
  <dcterms:modified xsi:type="dcterms:W3CDTF">2026-09-06T20:03:30Z</dcterms:modified>
</cp:coreProperties>
</file>