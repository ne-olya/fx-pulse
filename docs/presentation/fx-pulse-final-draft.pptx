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C2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502920" y="411480"/>
            <a:ext cx="2029968" cy="680314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502920" y="433426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502920" y="729691"/>
            <a:ext cx="2029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560" dirty="0"/>
          </a:p>
        </p:txBody>
      </p:sp>
      <p:sp>
        <p:nvSpPr>
          <p:cNvPr id="5" name="Shape 3"/>
          <p:cNvSpPr/>
          <p:nvPr/>
        </p:nvSpPr>
        <p:spPr>
          <a:xfrm>
            <a:off x="9814255" y="457200"/>
            <a:ext cx="1828800" cy="502920"/>
          </a:xfrm>
          <a:prstGeom prst="roundRect">
            <a:avLst>
              <a:gd name="adj" fmla="val 49091"/>
            </a:avLst>
          </a:prstGeom>
          <a:solidFill>
            <a:srgbClr val="EF312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14255" y="457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 Банк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7744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Триггерная модель</a:t>
            </a:r>
            <a:endParaRPr lang="en-US" sz="4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трансграничных переводов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4389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E4D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Когда подсказать клиенту момент для перевода домой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54406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B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Сырых Ольга · Бикинеев Амир · Немкин Кирилл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317175" y="219456"/>
            <a:ext cx="1353312" cy="45354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317175" y="23408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040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317175" y="431597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04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</a:t>
            </a:r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и кто с ней живёт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532120" cy="2286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122529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Трудовой мигрант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73736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Таджикистан, Узбекистан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Киргизия — 87 % всей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трудовой миграции в РФ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199632" y="1097280"/>
            <a:ext cx="5532120" cy="2286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73952" y="122529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он переводит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473952" y="173736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Домой, семье, раз в месяц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расчёта. День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выбирает наугад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457200" y="3520440"/>
            <a:ext cx="11274552" cy="1371600"/>
          </a:xfrm>
          <a:prstGeom prst="roundRect">
            <a:avLst>
              <a:gd name="adj" fmla="val 9333"/>
            </a:avLst>
          </a:prstGeom>
          <a:solidFill>
            <a:srgbClr val="FDEAE8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364845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2 200 ₽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4114800" y="36850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разница между лучшим и худшим днём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41422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месяца на переводе 45 000 ₽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11274552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77240" y="51480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Альтернативы: следить за курсом самому · не делать ничего ·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55321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алерты Wise и Xe, где цель ставит сам клиент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91616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Момент за клиента не выбирает никто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317175" y="219456"/>
            <a:ext cx="1353312" cy="45354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317175" y="23408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040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317175" y="431597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04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Какой коридор</a:t>
            </a:r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и почему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455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554480"/>
                <a:gridCol w="2103120"/>
                <a:gridCol w="2194560"/>
                <a:gridCol w="26791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Коридор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Uplift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Сигналов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Клиенту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Рынок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Узбекистан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F5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1,56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F5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0,61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F5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1 053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F5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608 млн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F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Таджикистан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1,44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1,14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416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 млн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Киргизия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1,38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1,11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 млн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Армения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1,44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1,11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 млн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Казахстан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1,30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1,11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 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300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 млн</a:t>
                      </a:r>
                      <a:endParaRPr lang="en-US" sz="3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617720"/>
            <a:ext cx="11274552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77240" y="473659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Узбекистан: вдвое больше клиенту, вшестеро больше рынок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17550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Рынок — весь коридор в год при росте переводов 5 % и марже 2 %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559612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Армения — другой клиент: там релокация, а не трудовая миграция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317175" y="219456"/>
            <a:ext cx="1353312" cy="45354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317175" y="23408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040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317175" y="431597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04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это</a:t>
            </a:r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устроено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3703320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13232" y="122529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73736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Курсы ЦБ за 8 лет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Биржа и нацбанки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Регламент курса ЦБ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разобран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370832" y="1097280"/>
            <a:ext cx="3703320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26864" y="122529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626864" y="173736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CatBoost, 5 дней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на пяти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коридорах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175 вариантов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8284464" y="1097280"/>
            <a:ext cx="3703320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540496" y="122529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Метрики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8540496" y="173736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Uplift 1,56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Точность 62 %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Выгода 26 бп</a:t>
            </a:r>
            <a:endParaRPr lang="en-US" sz="2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0,61 сигнала/нед.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57200" y="3794760"/>
            <a:ext cx="7360920" cy="2560320"/>
          </a:xfrm>
          <a:prstGeom prst="roundRect">
            <a:avLst>
              <a:gd name="adj" fmla="val 5000"/>
            </a:avLst>
          </a:prstGeom>
          <a:solidFill>
            <a:srgbClr val="FDEAE8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31520" y="3913632"/>
            <a:ext cx="681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мы про решение знаем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480560"/>
            <a:ext cx="6812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Строгая мера uplift — 1,25</a:t>
            </a: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Берём 26 пунктов из 129</a:t>
            </a: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Курс ЦБ — не курс сделки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8028432" y="3794760"/>
            <a:ext cx="3703320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84464" y="391363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8284464" y="4407408"/>
            <a:ext cx="3246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Ольга — данные и ML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Амир — ML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Кирилл — продукт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8284464" y="553212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Персоны в прогоне: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Азиз, Далер, Армен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BEB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300000">
            <a:off x="10317175" y="219456"/>
            <a:ext cx="1353312" cy="453542"/>
          </a:xfrm>
          <a:prstGeom prst="rect">
            <a:avLst/>
          </a:prstGeom>
          <a:solidFill>
            <a:srgbClr val="EF3124"/>
          </a:solidFill>
          <a:ln/>
        </p:spPr>
      </p:sp>
      <p:sp>
        <p:nvSpPr>
          <p:cNvPr id="3" name="Text 1"/>
          <p:cNvSpPr txBox="1"/>
          <p:nvPr/>
        </p:nvSpPr>
        <p:spPr>
          <a:xfrm rot="-300000">
            <a:off x="10317175" y="23408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АЛЬФА</a:t>
            </a:r>
            <a:endParaRPr lang="en-US" sz="1040" dirty="0"/>
          </a:p>
        </p:txBody>
      </p:sp>
      <p:sp>
        <p:nvSpPr>
          <p:cNvPr id="4" name="Text 2"/>
          <p:cNvSpPr txBox="1"/>
          <p:nvPr/>
        </p:nvSpPr>
        <p:spPr>
          <a:xfrm rot="-300000">
            <a:off x="10317175" y="431597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БУДУЩЕЕ</a:t>
            </a:r>
            <a:endParaRPr lang="en-US" sz="104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603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Готовность</a:t>
            </a:r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и следующий шаг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553212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122529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Готово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737360"/>
            <a:ext cx="4983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Сигналы и бэктест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Прототип пути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Тексты на персонах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Предзаполнение формы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199632" y="1097280"/>
            <a:ext cx="553212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73952" y="122529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EF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— A/B на клиентах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473952" y="1737360"/>
            <a:ext cx="4983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20 000 человек в группу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Поровну, вслепую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недели минимум,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квартал полный цикл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457200" y="3931920"/>
            <a:ext cx="11274552" cy="1600200"/>
          </a:xfrm>
          <a:prstGeom prst="roundRect">
            <a:avLst>
              <a:gd name="adj" fmla="val 8000"/>
            </a:avLst>
          </a:prstGeom>
          <a:solidFill>
            <a:srgbClr val="FDEAE8"/>
          </a:solidFill>
          <a:ln/>
          <a:effectLst>
            <a:outerShdw sx="100000" sy="100000" kx="0" ky="0" algn="bl" rotWithShape="0" blurRad="101600" dist="12700" dir="5400000">
              <a:srgbClr val="9A9A9A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4059936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Успех — переводов стало значимо больше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5720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 на 20 000 в группе различает прирост от 2,9 %.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99262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Меньше — не отличим от шума, и это не успех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457200" y="5669280"/>
            <a:ext cx="11274552" cy="685800"/>
          </a:xfrm>
          <a:prstGeom prst="roundRect">
            <a:avLst>
              <a:gd name="adj" fmla="val 18667"/>
            </a:avLst>
          </a:prstGeom>
          <a:solidFill>
            <a:srgbClr val="C3F5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56692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не обещаем лучший день. Мы показываем сумму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2026-09-06T14:00:23Z</dcterms:created>
  <dcterms:modified xsi:type="dcterms:W3CDTF">2026-09-06T14:00:23Z</dcterms:modified>
</cp:coreProperties>
</file>