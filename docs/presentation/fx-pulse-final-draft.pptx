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317175" y="219456"/>
            <a:ext cx="1353312" cy="45354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317175" y="23408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040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317175" y="431597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04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альтернативы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317175" y="868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секунд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481328"/>
          </a:xfrm>
          <a:prstGeom prst="roundRect">
            <a:avLst>
              <a:gd name="adj" fmla="val 8642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2984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4,87 %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371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размах курса внутри месяца.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Столько стоит выбор дня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553212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294436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выбирает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клиент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221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Подсказки нет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199632" y="2788920"/>
            <a:ext cx="553212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73952" y="29443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Курса не видно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40156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основном сценарии —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номеру телефона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11274552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6817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Альтернативы: следить самому,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1389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алерты Wise и Xe, ничего не делать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777240" y="5687568"/>
            <a:ext cx="10607040" cy="457200"/>
          </a:xfrm>
          <a:prstGeom prst="roundRect">
            <a:avLst>
              <a:gd name="adj" fmla="val 24000"/>
            </a:avLst>
          </a:prstGeom>
          <a:solidFill>
            <a:srgbClr val="C3F5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6875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Момент выбирает банк — так не делает никто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317175" y="219456"/>
            <a:ext cx="1353312" cy="45354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317175" y="23408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040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317175" y="431597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04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выбор коридора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317175" y="868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секунд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5321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280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Клиенту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190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88 %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23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зарплаты дома — перевод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199632" y="1143000"/>
            <a:ext cx="55321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73952" y="1280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Банку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17190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40,5 млн ₽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423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год на 100 тыс. клиентов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11274552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2552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→ выгода → метрика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767328"/>
          <a:ext cx="10607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0116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Коридор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Отправителей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Чек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з/п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Узбекистан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F5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 млн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F5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45 000 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F5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88 %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F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Таджикистан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1,38 млн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20 000 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151 %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Киргизия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1,36 млн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20 000 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112 %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Армения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0,30 млн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35 000 ₽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60 %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317175" y="219456"/>
            <a:ext cx="1353312" cy="45354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317175" y="23408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040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317175" y="431597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04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</a:t>
            </a:r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устроено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317175" y="868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минута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70332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17830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ЦБ РФ 2018–2026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MOEX, нацбанки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 GDELT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370832" y="1143000"/>
            <a:ext cx="370332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26864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17830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CatBoost, UZS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 5 дней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коридоров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284464" y="1143000"/>
            <a:ext cx="370332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40496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540496" y="17830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1,25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выгода 26 бп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0,61 в неделю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57200" y="3630168"/>
            <a:ext cx="7360920" cy="2743200"/>
          </a:xfrm>
          <a:prstGeom prst="roundRect">
            <a:avLst>
              <a:gd name="adj" fmla="val 4667"/>
            </a:avLst>
          </a:prstGeom>
          <a:solidFill>
            <a:srgbClr val="FDEAE8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76732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279392"/>
            <a:ext cx="6812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бп из 129 доступных —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пятая часть потолка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 0,61 против 1–2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ЦБ — не курс сделки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028432" y="3630168"/>
            <a:ext cx="370332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84464" y="3767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4279392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Сырых Ольга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ML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Бикинеев Амир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Немкин Кирилл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10317175" y="219456"/>
            <a:ext cx="1353312" cy="453542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" name="Text 1"/>
          <p:cNvSpPr txBox="1"/>
          <p:nvPr/>
        </p:nvSpPr>
        <p:spPr>
          <a:xfrm rot="-300000">
            <a:off x="10317175" y="23408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</a:t>
            </a:r>
            <a:endParaRPr lang="en-US" sz="1040" dirty="0"/>
          </a:p>
        </p:txBody>
      </p:sp>
      <p:sp>
        <p:nvSpPr>
          <p:cNvPr id="4" name="Text 2"/>
          <p:cNvSpPr txBox="1"/>
          <p:nvPr/>
        </p:nvSpPr>
        <p:spPr>
          <a:xfrm rot="-300000">
            <a:off x="10317175" y="431597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</a:t>
            </a:r>
            <a:endParaRPr lang="en-US" sz="104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</a:t>
            </a:r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следующий шаг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317175" y="868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минута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53212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280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810512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Сигнальный слой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бэктест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Срез на любую дату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пути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Тексты на персонах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Предзаполнение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199632" y="1143000"/>
            <a:ext cx="553212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9A9A9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73952" y="1280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810512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как A/B-тест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20 000 в группу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недели на сигнал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квартал на объём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решения —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выгода в бп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57200" y="5138928"/>
            <a:ext cx="11274552" cy="1188720"/>
          </a:xfrm>
          <a:prstGeom prst="roundRect">
            <a:avLst>
              <a:gd name="adj" fmla="val 10769"/>
            </a:avLst>
          </a:prstGeom>
          <a:solidFill>
            <a:srgbClr val="C3F5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2578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обещаем лучший день.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показываем сумму, которой сегодня не видно.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2026-09-05T15:04:30Z</dcterms:created>
  <dcterms:modified xsi:type="dcterms:W3CDTF">2026-09-05T15:04:30Z</dcterms:modified>
</cp:coreProperties>
</file>